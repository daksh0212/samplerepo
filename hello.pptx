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0DF1B-E828-4CB0-1865-C4538E2922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8359F4-D448-7301-5CCB-25444A3E0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A6C13-B234-691F-8DDC-359497C2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01BBC-717A-B99E-CE2D-92E489C39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DA43E-29B9-A876-F62D-0A4A0BD4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43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F93F-5C05-313B-AEC1-3DA9E075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2979-38EF-85D6-F18E-F8BEB0D95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8B601-6EC8-A2DB-45AD-7E509D7E6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0E28-AA88-C973-B9C4-C069D474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D3C65-E7BC-B0D1-FAF4-5FBD4844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61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340C-46AD-64E3-A9B2-C85B88D08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254F3-B1FE-6CFC-3437-2883664B3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142FE-42CA-A42C-4BB7-A9009852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F5480-8F64-AEEE-1FA0-6F75BEA4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DD9F3-DCCF-34DB-87AA-1946AD7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47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0A58B-0889-99AD-EDFD-F9D06771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0C816-9091-E933-3850-F92878578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625A3-DFB4-9110-3552-074F56407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1EDC6-A363-AF47-5D19-AA394EC23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E5855-C91C-5E89-C3C7-F3BF4FE0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77273-BED6-119C-6C91-BB26BE34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65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02B2E-67AF-9894-FEA6-586EA9DBE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70258-12B7-8884-BE21-15EE07C5E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1052C-7495-EE9D-B439-204700682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6C3CA-EC7D-EDF6-F50A-E14A99106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A1DA9-A9D2-BCF6-D0E3-888198536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2518FB-51E4-9AEF-E02A-55F892602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AB3223-2348-49B1-AD08-76E2E8C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571AE-3091-8050-049A-3B96FAF5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749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989F-6C29-5A55-CFCB-9734ACE3D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4148A-904B-D7A4-BBB7-F99A9619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34DA2-DDCB-DCE8-0C23-5057486C1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F2A4E-85EF-9CDE-3849-A8C518EA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560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5AF4E-062B-3A02-6126-87E22EE02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FAECD4-FE6F-D398-DC0E-344D15D6B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A1AEF-B9DD-EC97-EECF-53898ABF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1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584A-B6C5-0565-AF32-D8482639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32514-492D-AEF4-ECDA-434BC0F1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E0C8C-E60C-8443-46D2-D39B5A8FB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CEEE2E-E5D4-040F-EEB3-1F9B2350E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05AB4-8A98-C152-DA3D-E22D75AFA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29294-289F-ADE5-E6A6-0C05A506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821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29F9-E3BA-22B4-6924-CCFA1E851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B4F35-1D63-E2B0-F268-16A7CE986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80B24C-745A-E91F-C07E-312FC82D10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1727D-C762-E97B-FAB3-683E34A2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D72B6-F373-42CF-0E02-DE15F41C1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202C3-0306-2ED7-EEE3-59C9A220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935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E8BB-765E-3541-30A5-8F52251EC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60761-AC90-C968-DD2A-94E33FDC2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71219-71F2-B555-2949-60DC9FBD9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1F9AA-D63F-52A4-C727-5E7FD085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FBE9C-A3A5-59AC-8D16-4B2973D03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242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FE827-6C60-8730-1C37-5C4DC973F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9E2A8-DA8E-3C3C-3C30-5DEC962D9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B1A33-A0D9-E42B-D4D8-B752819C8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FF4D1-E225-BB7D-3D29-33CED2747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A7719-190E-9636-3DD2-7041AA2EA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252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364FBA-05EB-227A-3EDF-842867D6F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B4B4C-E31F-A3E9-FCFD-BD6AEBB65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138BA-1820-ED6E-09A2-E4934ADDC1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42338-3377-4A7A-BDB5-3B132A60A448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8F802-72C2-BCD7-74BD-87EF39425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AA89D-E610-8D73-3CFA-6B7DF3838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80311B-352A-40B2-B06F-F737F0EEF2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988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3DD5-37CF-160C-7A5D-7AAE822EC0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Hello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70D5F-780E-578A-0F68-DB2F0F9920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003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Hello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Daksh Gupta</dc:creator>
  <cp:lastModifiedBy>Daksh Gupta</cp:lastModifiedBy>
  <cp:revision>4</cp:revision>
  <dcterms:created xsi:type="dcterms:W3CDTF">2026-03-03T06:21:17Z</dcterms:created>
  <dcterms:modified xsi:type="dcterms:W3CDTF">2026-03-03T12:20:38Z</dcterms:modified>
</cp:coreProperties>
</file>